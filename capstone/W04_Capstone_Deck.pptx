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30-min talk, ~3 min per slide. One sentence framing: four weeks, one fine-tuned baseline, four compression families measured under one protocol, ending in a per-platform playbook. Everything quoted is in the capstone report and reproducible from the repo at tag v1.0.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Budgets derive from sensor rate, power source, interaction context. 10 Hz = a frame every 100 ms; the model must finish inside it. Then the INT8 hardware logic: SIMD lanes, memory traffic, integer ALU — set up here so the Slide 4 collapse lands as a surprise with an intact speed mechanism. Each mechanism alone caps near 4× — the measured 11.3× and its gap return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Two-beat story: profile said 2.1x over budget; the honest correction is that the ImageNet head was the wrong head — fine-tuned deployment baseline is 6.24 MB, gap 1.24 MB. Latency passes on the dev machine but that is Apple silicon, not Cortex-A — flagged now, resolved on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Speed and size deliver in full — the INT8 family owns the fastest corner measured (3.3–3.4 ms; the ~11× exceeds the ~4× either mechanism predicts, remainder unattributed — report §10.5) — so the failure is purely accuracy. Walk the causal chain, land on the 133x stem outlier, then the informative fallback failure: pathology lives in tensors, not ops. The 3-epoch QAT run does not repair it and was still rising at cutoff — budget-limited, so the architectural verdict rests on the diagnostic chain, not on QAT. Likely origin: 4-epoch fine-tune left near-ImageNet stem weights facing upscaled CIFAR-10.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Zero-shot collapses everywhere — the standard behavior of structural pruning (co-adapted weights, BN stats), which is why recovery ft is part of the technique; the little-dormant-capacity claim rests on the 3.88 pp post-recovery residual, not on the zero-shot curve. Recovery is real at low ratios but never free: 10% costs 3.9 pp. Read the changepoint correctly: ~9.2 pp/step before 0.4, ~4.6 after — still falling, one later step hits 10 pp. It marks where the steep regime ends, not where damage begins or stops. Never quote 0.4 as a safe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figure, one message: where the measured configs live. Trace the frontier, point at the INT8 corner as strategic (fastest corner measured), then the empty upper-left — that emptiness is the Sentinel finding and the pivot to distillation as a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Controlled design: same-family width-0.5 student, own baseline as teacher, from-scratch control isolates the signal: +3.02 pp. Low T wins because the teacher is confident — T=8 over-smooths to 8 pp below control. Then the inheritance gap explains the strategy split between pruning and distillation. Dead end owned: the 3-epoch sweep underfit to 10% and is archived, not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verification loop is the story: W02 measured 10% at 5.08 MB — 0.08 over — and extrapolated ~88% at 12%; a W04 run measured 88.45% / 4.87 MB under the identical protocol. Gap found, gap measured, loop closed. Sentinel stays honest: route, not config. Fari: the winning move is no compression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three transfers: what doesn't transfer (absolute ms), what conditionally transfers (INT8 speed — ISA-dependent, the RISC-V observation), what always transfers (ratios; the memory-bound insight). End on the PELT bridge to the reservoir paper — same algorithm, same misreading to avoid. Then Q&amp;A; defense notes cover calibration choice, PELT criterion, T/α sensitivity, GA fitness design, ARM→RISC-V.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recap: one breath per finding, then the single shipped config. If time runs short, this slide alone is the summary. Q&amp;A next; backup slide: GA micro-NAS.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BEAD7"/>
          </a:solidFill>
          <a:ln w="12700">
            <a:solidFill>
              <a:srgbClr val="FBEAD7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292840" y="5212080"/>
            <a:ext cx="2103120" cy="2103120"/>
          </a:xfrm>
          <a:prstGeom prst="ellipse">
            <a:avLst/>
          </a:prstGeom>
          <a:solidFill>
            <a:srgbClr val="FBEAD7"/>
          </a:solidFill>
          <a:ln w="12700">
            <a:solidFill>
              <a:srgbClr val="FBEAD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960120"/>
            <a:ext cx="4343400" cy="384048"/>
          </a:xfrm>
          <a:prstGeom prst="roundRect">
            <a:avLst>
              <a:gd name="adj" fmla="val 50000"/>
            </a:avLst>
          </a:prstGeom>
          <a:solidFill>
            <a:srgbClr val="FBEAD7"/>
          </a:solidFill>
          <a:ln w="12700">
            <a:solidFill>
              <a:srgbClr val="FBEAD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960120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W04 CAPSTONE · EDGE AI &amp; MODEL COMPRESSION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Vision Models for inGen's Physical AI Platforms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· structured pruning · knowledge distillation · GA micro-NAS — one baseline, one protocol, five deployment budgets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472744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one measurement protocol (seed 42, bs = 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406908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472744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techniques benchmarked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406908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852160" y="4727448"/>
            <a:ext cx="2377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budgets: &lt; 3–20 MB, &lt; 50–500 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406908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03920" y="47274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per-platform recommendations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Siyu Xiang — Edge AI &amp; Model Compression Intern   ·   Supervisor: Iqbal Patel   ·   repo: syyovo/siyu-ingen-edge-ai (v1.0)   · 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platforms, one constraint set: 3–20 MB and 50–500 ms — on embedded CPUs with no GPU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828800"/>
          <a:ext cx="7040880" cy="2852928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97280"/>
                <a:gridCol w="192024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after W1 → after W3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Rover — outdoor patrol, 10 Hz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MB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 → prune 12% + recovery ft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Prime — battery, always-on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MB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PTQ → distillation route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Fari — elder companionship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MB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 → FP32 as-is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Humanoid — 10 Hz+ control loop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 ≤ 10% + ft (unchanged)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Senpai — course-retrieval embeddings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MB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quantization → re-test on target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column moving is itself a result: four of five Week-1 plans moved — three overturned by measurement, one (Senpai) for lack of any.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5528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INT8 should win on an ARM edge CPU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vs 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55280" y="289864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lanes per 128-bit NEON register — 4× the MAC work per instruction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352044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955280" y="417880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bytes moved — the likelier bottleneck at bs = 1 (each weight fetched once)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55280" y="480060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energy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955280" y="545896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ALUs are simpler circuits — battery relevance for Sentinel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DEPLOYMENT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baseline: 93.38% / 6.24 MB — the real Rover gap is 1.24 MB, not the 2.1× first reported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10.31 MB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53288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loaded — ImageNet 1000-class head (2.54 M params)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87452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6.24 MB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53288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10-class head swap + fine-tune (1.53 M params)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0" y="187452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120640" y="253288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10k CIFAR-10 test accuracy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swap alone removed ~1 M parameters. </a:t>
            </a:r>
            <a:r>
              <a:rPr lang="en-US" sz="12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W01 profiled the wrong head for the task — corrected openly in W02 and carried through every later number.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943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4343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behind every number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· PyTorch 2.12.1 CPU · full 10k test split · size = state_dict on disk · latency = bs 1, 10 warm-up + 100 timed runs · clean-session baseline 37.3–39.2 ms; loaded sessions annotated, never silently mixed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874520"/>
            <a:ext cx="47091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875">
            <a:solidFill>
              <a:srgbClr val="F5871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0" y="205740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498348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Aido Rover budget — size &amp; latency bars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5376672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experiments/W01_deployment_gap.png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  <p:pic>
        <p:nvPicPr>
          <p:cNvPr id="23" name="Picture 22" descr="W01_deployment_g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761488"/>
            <a:ext cx="43434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— A DIAGNOSED NEGATIVE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delivers 3.4× size and 11× speed, then collapses to 15.91% — traced to one 133× activation outlier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828800"/>
          <a:ext cx="4846320" cy="2304288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PTQ config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per-channel + Histogram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15.91% (full test)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per-tensor + Histogram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10.00% (full test)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per-channel + MinMax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 (1k screen)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qnnpack mapping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 (1k screen)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QAT, 3 epochs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14.67% — does not repair it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3434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chain — four beats of seven steps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4663440"/>
            <a:ext cx="58521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Weight-only quantization: 90.64% → activations are guilty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output range ≈ 1986 vs network median 14.95 — a 133× outlier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grid step ≈ 7.8 erases all normal-magnitude activations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fallback fails — the outlier tensor still crosses an INT8 boundary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03720" y="182880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F5871F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132320" y="20116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0" y="434340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activation ranges — stem outlier annotated (log scale)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0" y="4736592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experiments/W02_activation_ranges.png · scripts/w04_fig3_actranges.py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903720" y="53035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BEAD7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86600" y="539496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architectural, not procedural. </a:t>
            </a:r>
            <a:r>
              <a:rPr lang="en-US" sz="11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ship INT8 on this hard-swish/SE backbone; re-attempt on a ReLU-based one.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  <p:pic>
        <p:nvPicPr>
          <p:cNvPr id="18" name="Picture 17" descr="W02_activation_rang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936" y="2331720"/>
            <a:ext cx="3547872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pruning region: 10% already costs 3.9 pp — and the PELT changepoint at 0.4 marks the end of the steep decline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828800"/>
          <a:ext cx="374904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ratio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ft3 accuracy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◆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88.45%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◆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85.32%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78.11%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68.04%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— PELT changepoint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54.91%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33.71%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18745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3400" dirty="0"/>
          </a:p>
        </p:txBody>
      </p:sp>
      <p:sp>
        <p:nvSpPr>
          <p:cNvPr id="4" name="Text 3"/>
          <p:cNvSpPr/>
          <p:nvPr/>
        </p:nvSpPr>
        <p:spPr>
          <a:xfrm>
            <a:off x="4663440" y="2532888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changepoint: stable over penalty ∈ [0.5, 2]; exact DP (Dynp) agrees — same signal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63440" y="329184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663440" y="3950208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physically removed at nominal 0.4 — dependency-group coupling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63440" y="470916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663440" y="5367528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budget (3 ep × 20k) vs the failed 1-ep probe — accuracies still budget-limited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03720" y="1828800"/>
            <a:ext cx="47091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875">
            <a:solidFill>
              <a:srgbClr val="F5871F"/>
            </a:solidFill>
            <a:prstDash val="dash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132320" y="20116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493776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Dual-axis: ft3 accuracy + size vs ratio, changepoint marked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32320" y="5330952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experiments/W02_pruning_dualaxis_ft3.png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= W04 verification run, identical ft3 protocol (experiments/W04_rover_verification.csv). Zero-shot pruning collapses at every ratio — recovery fine-tuning is mandatory.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  <p:pic>
        <p:nvPicPr>
          <p:cNvPr id="21" name="Picture 20" descr="W02_pruning_dualaxis_ft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233172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corner decides Sentinel: no measured configuration exceeds 85% accuracy under 3 MB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F5871F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011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Four-technique Pareto: accuracy vs size, latency as color; 5 MB &amp; 3 MB budget 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537667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experiments/W04_pareto_combined.png · scripts/w04_fig5_pareto.py (W2-only predecessor: W02_pareto_combined.png)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0" y="18288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29768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is the pruning-recovery chain, FP32 down to 90% (60% is dominated by 70% — off the frontier).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distilled student sits below the pruned model of its size class.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owns the fast-but-collapsed corner: 3.3–3.4 ms — the speed mechanism is intact even where accuracy fails.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 accuracy below 3 MB: zero points. That empty corner is the Sentinel infeasibility finding — the recommendation becomes a route, not a config.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  <p:pic>
        <p:nvPicPr>
          <p:cNvPr id="15" name="Picture 14" descr="W04_pareto_combin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331720"/>
            <a:ext cx="4187952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distillation signal is real: +3.02 pp over an identical-budget control — but only 2 of 9 configs beat it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828800"/>
          <a:ext cx="5120640" cy="1682496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0.3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0.5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0.7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48.38%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50.42% ★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46.75%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46.41%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43.67%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46.37%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8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E8A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39.26%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45.43%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47.00%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control (same arch, data, budget, init): 47.40% · worst cell (T = 8, α = 0.3) lands 8 pp below it — the gain is hyperparameter-sensitive, never a default.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BEAD7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4754880"/>
            <a:ext cx="5029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inheritance gap. Pruned @ 50% (54.91% / 1.72 MB) beats the best student (50.42% / 1.74 MB) at matched capacity (403k vs 409k params, a 4.49 pp gap): pruning inherits trained features; a student re-grows them from scratch. Distillation is the route below what light pruning can reach — at a production training budget.</a:t>
            </a:r>
            <a:endParaRPr lang="en-US" sz="1100" dirty="0"/>
          </a:p>
        </p:txBody>
      </p:sp>
      <p:sp>
        <p:nvSpPr>
          <p:cNvPr id="4" name="Shape 5"/>
          <p:cNvSpPr/>
          <p:nvPr/>
        </p:nvSpPr>
        <p:spPr>
          <a:xfrm>
            <a:off x="6903720" y="182880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F5871F"/>
            </a:solidFill>
            <a:prstDash val="dash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132320" y="20116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434340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× α sweep heatmap, control level marked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4736592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experiments/W04_distill_heatmap.png · scripts/w04_fig6_heatmap.py, from experiments/W03_distill_sweep.csv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903720" y="530352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width ×0.5 = 409 k params (−73%) · 1.74 MB · 25.8 ms — teacher is our own 93.38% baseline, so capacity is the only variable.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  <p:pic>
        <p:nvPicPr>
          <p:cNvPr id="18" name="Picture 17" descr="W04_distill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56" y="2331720"/>
            <a:ext cx="2542032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 ships at 12%: measured 88.45% / 4.87 MB with 0.13 MB headroom — extrapolation verified within 0.5 pp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828800"/>
          <a:ext cx="11091672" cy="3401568"/>
        </p:xfrm>
        <a:graphic>
          <a:graphicData uri="http://schemas.openxmlformats.org/drawingml/2006/table">
            <a:tbl>
              <a:tblPr/>
              <a:tblGrid>
                <a:gridCol w="1554480"/>
                <a:gridCol w="4663440"/>
                <a:gridCol w="1828800"/>
                <a:gridCol w="3044952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recommendation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(size · acc · latency)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Rover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pruning + recovery ft — measured, not extrapolated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(W04-verified)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6A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MB · 88.45% · 46.6 ms ▲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Prime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 route — needs production training budget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×0.5 student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 MB · acc TBD · 25.8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Aido Humanoid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pruning ≤ 10% + ft — latency-first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 MB · 89.50% · 33.8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Fari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compression — deploy FP32 as-is; accuracy decides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6.24 MB · 93.38% · ~38 ms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Senpai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Extrapolated from Fari; re-test INT8 on embedding models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plan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vision-CNN evidence only</a:t>
                      </a:r>
                      <a:endParaRPr lang="en-US" sz="10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F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hardware qualifier: absolute latencies are Apple-M dev-machine numbers; INT8 speedups assume wide integer SIMD.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loaded sessions, both caught by the in-session baseline control (50.61 / 49.61 ms vs 37.3–39.2 clean): 46.6 verification · 43.8 re-measurement (report §10.1); no deployment conclusion depends on the absolute value. Rover: the 15% bracket prices deeper headroom at ~1 pp per nominal %.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WHAT TRANSFERS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 is ratios — 3.4× size, ~11× speed — not milliseconds; a changepoint marks a completed transition, in reservoirs as in networks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that matter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Dev-machine (Apple M) latencies — hardware-in-the-loop next · ft3 accuracies likely understate longer budgets (loss still falling) · one vision CNN, one dataset: do not generalize the INT8 negative to embeddings · torch.ao FX deprecated → migrate to torchao PT2E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315968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17136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changes the ranking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17136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11.3× INT8 speedup exceeds the ~4× either mechanism predicts alone (SIMD lanes / bytes moved); the remainder is unattributed — likely fused INT8 kernels. The SIMD share is ISA-contingent: on RISC-V it needs the V extension — without it INT8 buys 4× size but little speed, demoting quantization below pruning. Pruning's size gain is ISA-invariant; moving fewer bytes is the reliable win on any ISA.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083296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PELT, twice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84464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study (Liao, Ding, Xiang et al., J. Lake Sci. 2025): PELT changepoints on monthly surface area, corroborated by SPEI12. Here: changepoint 0.4, checked internally — penalty sweep + Dynp on the same signal (no external signal; an honest asymmetry). Same reading both times — area declined before Sep 2018; accuracy fell before 0.4. A changepoint marks completed transition, never a safe limit.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findings, one shipped config — Rover at 12% pruning: 88.45% / 4.87 MB, 0.13 MB inside budget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— diagnosed, not mysterious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 smaller, ~11× faster, 15.91% accurate — diagnosed to one 133× activation outlier (hard-swish stem); weight-only INT8 is fine at 90.64%. Re-test on a ReLU-based backbone, not this one.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315968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17136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— no free region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17136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costs 3.9 pp even with recovery; PELT 0.4 marks the end of the steep decline, never a safe limit. Every pruning step ships with a recovery budget (3 ep × 20k here).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083296" y="18745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E6DFD4"/>
            </a:solidFill>
            <a:prstDash val="solid"/>
          </a:ln>
          <a:effectLst>
            <a:outerShdw blurRad="88900" dist="25400" dir="5400000" algn="bl" rotWithShape="0">
              <a:srgbClr val="22303A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2103120"/>
            <a:ext cx="31638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— a route, not a config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84464" y="2514600"/>
            <a:ext cx="3163824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cell +3.02 pp over a matched from-scratch control — but only 2 of 9 cells beat it. The &lt; 3 MB route is train-small at a production budget: validated direction, not a deployable config.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today: Aido Rover @ 12% pruning + recovery ft — 88.45% / 4.87 MB / &lt; 100 ms. Everything else is a route, honestly labeled.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Dynamics · W04 Capstone · Siyu Xiang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9382</Words>
  <Application>WPS 表格</Application>
  <PresentationFormat>On-screen Show (16:9)</PresentationFormat>
  <Paragraphs>412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微软雅黑</vt:lpstr>
      <vt:lpstr>汉仪旗黑</vt:lpstr>
      <vt:lpstr>宋体</vt:lpstr>
      <vt:lpstr>Arial Unicode MS</vt:lpstr>
      <vt:lpstr>汉仪书宋二KW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xsyy</cp:lastModifiedBy>
  <cp:revision>2</cp:revision>
  <dcterms:created xsi:type="dcterms:W3CDTF">2026-08-02T14:16:40Z</dcterms:created>
  <dcterms:modified xsi:type="dcterms:W3CDTF">2026-08-02T14:16:40Z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1B5888A91623F97948516F6A9DB96F71_43</vt:lpwstr>
  </property>
  <property fmtid="{D5CDD505-2E9C-101B-9397-08002B2CF9AE}" pid="3" name="KSOProductBuildVer">
    <vt:lpwstr>2052-6.5.0.8619</vt:lpwstr>
  </property>
</Properties>
</file>